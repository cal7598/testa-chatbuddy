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61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9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7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4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4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4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2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8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8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6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2F2F-32D2-4F12-B9EF-B5811EEC72A4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3E70A-FA7C-498F-A6F5-291E19E7E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5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CLOUD COMPUTING ARCHITECTURE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JOHN KWAO DAWSON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63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820"/>
            <a:ext cx="10515600" cy="594514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Cloud architecture refers to how various cloud technology components, interact and connect to create cloud computing environments.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It acts as a blueprint that defines the best way to strategically combine resources to build a cloud environment for a specific business need. 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Examples; hardware, virtual resources, software capabilities, and virtual network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52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941"/>
            <a:ext cx="10515600" cy="59580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Cloud Computing architecture comprises of many cloud components, which are loosely coupled.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We can broadly divide the cloud architecture into two parts: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 smtClean="0"/>
              <a:t>Front End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dirty="0" smtClean="0"/>
              <a:t>Back 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4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/>
          <a:lstStyle/>
          <a:p>
            <a:r>
              <a:rPr lang="en-US" dirty="0" smtClean="0"/>
              <a:t>Each of the ends is connected through a network, usually Internet.</a:t>
            </a:r>
          </a:p>
          <a:p>
            <a:r>
              <a:rPr lang="en-US" dirty="0" smtClean="0"/>
              <a:t>The following diagram shows the graphical view of cloud computing architecture: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775" y="1638050"/>
            <a:ext cx="5769735" cy="4975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44755" y="5975797"/>
            <a:ext cx="333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Cloud Computing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476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7"/>
            <a:ext cx="10515600" cy="5919386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Front End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b="1" dirty="0" smtClean="0"/>
              <a:t>front end</a:t>
            </a:r>
            <a:r>
              <a:rPr lang="en-US" dirty="0" smtClean="0"/>
              <a:t> refers to the client part of cloud computing system.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It consists of interfaces and applications that are required to access the cloud computing platforms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 Example - Web Browser, thin &amp; fat clients, tablets, and mobile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0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9092"/>
            <a:ext cx="10515600" cy="6548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Back End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b="1" dirty="0" smtClean="0"/>
              <a:t>back End</a:t>
            </a:r>
            <a:r>
              <a:rPr lang="en-US" dirty="0" smtClean="0"/>
              <a:t> refers to the cloud itself.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back end is used by the service provider.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It manages all the resources that are required to provide cloud computing services.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It includes a huge amount of data storage, security mechanism, virtual machines, deploying models, servers, traffic control mechanisms</a:t>
            </a:r>
          </a:p>
          <a:p>
            <a:r>
              <a:rPr lang="en-US" dirty="0" smtClean="0"/>
              <a:t>The server employs certain protocols known as middleware, which help the connected devices to communicate with each other.</a:t>
            </a:r>
          </a:p>
          <a:p>
            <a:pPr algn="just">
              <a:lnSpc>
                <a:spcPct val="150000"/>
              </a:lnSpc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6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3335"/>
            <a:ext cx="10515600" cy="589362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Service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Service </a:t>
            </a:r>
            <a:r>
              <a:rPr lang="en-US" dirty="0"/>
              <a:t>in backend refers to the major three types of cloud based services like </a:t>
            </a:r>
            <a:r>
              <a:rPr lang="en-US" dirty="0" err="1"/>
              <a:t>SaaS</a:t>
            </a:r>
            <a:r>
              <a:rPr lang="en-US" dirty="0"/>
              <a:t>, </a:t>
            </a:r>
            <a:r>
              <a:rPr lang="en-US" dirty="0" err="1" smtClean="0"/>
              <a:t>PaaS</a:t>
            </a:r>
            <a:r>
              <a:rPr lang="en-US" dirty="0" smtClean="0"/>
              <a:t>, </a:t>
            </a:r>
            <a:r>
              <a:rPr lang="en-US" dirty="0" err="1" smtClean="0"/>
              <a:t>IaaS</a:t>
            </a:r>
            <a:r>
              <a:rPr lang="en-US" dirty="0" smtClean="0"/>
              <a:t> and </a:t>
            </a:r>
            <a:r>
              <a:rPr lang="en-US" dirty="0" err="1" smtClean="0"/>
              <a:t>CaaS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Also manages which type of service the user accesses.</a:t>
            </a:r>
          </a:p>
        </p:txBody>
      </p:sp>
    </p:spTree>
    <p:extLst>
      <p:ext uri="{BB962C8B-B14F-4D97-AF65-F5344CB8AC3E}">
        <p14:creationId xmlns:p14="http://schemas.microsoft.com/office/powerpoint/2010/main" val="4064694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Runtime </a:t>
            </a:r>
            <a:r>
              <a:rPr lang="en-US" b="1" dirty="0" smtClean="0"/>
              <a:t>Cloud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Runtime </a:t>
            </a:r>
            <a:r>
              <a:rPr lang="en-US" dirty="0"/>
              <a:t>cloud in backend provides the execution and Runtime platform/environment to the Virtual machine.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Storage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Storage </a:t>
            </a:r>
            <a:r>
              <a:rPr lang="en-US" dirty="0"/>
              <a:t>in backend provides flexible and scalable storage service and management of stored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81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182"/>
            <a:ext cx="10515600" cy="65682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Infrastructure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Cloud </a:t>
            </a:r>
            <a:r>
              <a:rPr lang="en-US" dirty="0"/>
              <a:t>Infrastructure in backend refers to the hardware and software components of </a:t>
            </a:r>
            <a:r>
              <a:rPr lang="en-US" dirty="0" smtClean="0"/>
              <a:t>cloud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Example; </a:t>
            </a:r>
            <a:r>
              <a:rPr lang="en-US" dirty="0"/>
              <a:t>servers, storage, network devices, virtualization software </a:t>
            </a:r>
            <a:r>
              <a:rPr lang="en-US" dirty="0" smtClean="0"/>
              <a:t>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Management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Management </a:t>
            </a:r>
            <a:r>
              <a:rPr lang="en-US" dirty="0"/>
              <a:t>in backend refers to management of backend components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Example; </a:t>
            </a:r>
            <a:r>
              <a:rPr lang="en-US" dirty="0"/>
              <a:t>application, service, runtime cloud, storage, infrastructure, and other security mechanisms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2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062"/>
            <a:ext cx="10515600" cy="597090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Security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Security </a:t>
            </a:r>
            <a:r>
              <a:rPr lang="en-US" dirty="0"/>
              <a:t>in backend refers to implementation of different security mechanisms in the backend for secure cloud resources, systems, files, and infrastructure to end-users.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Internet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Internet </a:t>
            </a:r>
            <a:r>
              <a:rPr lang="en-US" dirty="0"/>
              <a:t>connection acts as the medium or a bridge between frontend and backend and establishes the interaction and communication between frontend and backend.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845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940"/>
            <a:ext cx="10515600" cy="66390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Database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Database </a:t>
            </a:r>
            <a:r>
              <a:rPr lang="en-US" dirty="0"/>
              <a:t>in backend refers to provide database for storing structured data, such as SQL and NOSQL </a:t>
            </a:r>
            <a:r>
              <a:rPr lang="en-US" dirty="0" smtClean="0"/>
              <a:t>databases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Example </a:t>
            </a:r>
            <a:r>
              <a:rPr lang="en-US" dirty="0"/>
              <a:t>of Databases services include Amazon RDS, Microsoft Azure SQL database and Google </a:t>
            </a:r>
            <a:r>
              <a:rPr lang="en-US" dirty="0" err="1"/>
              <a:t>CLoud</a:t>
            </a:r>
            <a:r>
              <a:rPr lang="en-US" dirty="0"/>
              <a:t> SQL.  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Networking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Networking </a:t>
            </a:r>
            <a:r>
              <a:rPr lang="en-US" dirty="0"/>
              <a:t>in backend services that provide networking infrastructure for application in the </a:t>
            </a:r>
            <a:r>
              <a:rPr lang="en-US" dirty="0" smtClean="0"/>
              <a:t>cloud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Examples; load </a:t>
            </a:r>
            <a:r>
              <a:rPr lang="en-US" dirty="0"/>
              <a:t>balancing, DNS and virtual private networks. 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7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062"/>
            <a:ext cx="10515600" cy="597090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smtClean="0"/>
              <a:t>Analytics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Analytics </a:t>
            </a:r>
            <a:r>
              <a:rPr lang="en-US" dirty="0"/>
              <a:t>in backend service that provides analytics capabilities for data in the cloud, such as warehousing, business intelligence and machine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0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941"/>
            <a:ext cx="10515600" cy="595802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Benefits of Cloud Computing Architecture</a:t>
            </a:r>
          </a:p>
          <a:p>
            <a:pPr lvl="0"/>
            <a:r>
              <a:rPr lang="en-US" dirty="0"/>
              <a:t>Makes overall cloud computing system simpler.</a:t>
            </a:r>
          </a:p>
          <a:p>
            <a:pPr lvl="0"/>
            <a:r>
              <a:rPr lang="en-US" dirty="0"/>
              <a:t>Improves data processing requirements.</a:t>
            </a:r>
          </a:p>
          <a:p>
            <a:pPr lvl="0"/>
            <a:r>
              <a:rPr lang="en-US" dirty="0"/>
              <a:t>Helps in providing high security.</a:t>
            </a:r>
          </a:p>
          <a:p>
            <a:pPr lvl="0"/>
            <a:r>
              <a:rPr lang="en-US" dirty="0"/>
              <a:t>Makes it more modularized.</a:t>
            </a:r>
          </a:p>
          <a:p>
            <a:pPr lvl="0"/>
            <a:r>
              <a:rPr lang="en-US" dirty="0"/>
              <a:t>Results in better disaster recovery.</a:t>
            </a:r>
          </a:p>
          <a:p>
            <a:pPr lvl="0"/>
            <a:r>
              <a:rPr lang="en-US" dirty="0"/>
              <a:t>Gives good user accessibility.</a:t>
            </a:r>
          </a:p>
          <a:p>
            <a:pPr lvl="0"/>
            <a:r>
              <a:rPr lang="en-US" dirty="0"/>
              <a:t>Reduces IT operating costs.</a:t>
            </a:r>
          </a:p>
          <a:p>
            <a:pPr lvl="0"/>
            <a:r>
              <a:rPr lang="en-US" dirty="0"/>
              <a:t>Provides high level reliability.</a:t>
            </a:r>
          </a:p>
          <a:p>
            <a:pPr lvl="0"/>
            <a:r>
              <a:rPr lang="en-US" dirty="0"/>
              <a:t>Scalability.</a:t>
            </a:r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38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8"/>
            <a:ext cx="10515600" cy="661330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 smtClean="0"/>
              <a:t>How does cloud architecture work?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</a:t>
            </a:r>
            <a:r>
              <a:rPr lang="en-US" dirty="0" smtClean="0"/>
              <a:t> cloud computing platform provides users with on-demand access to resources and services. 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back end contains all the cloud computing resources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 network is used to connect the frontend and backend cloud architecture components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When users interact with the front end (or client-side interface), it sends queries to the back end using middleware where the service model carries out the specific task or request. 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There is a significant workload shift.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</a:t>
            </a:r>
            <a:r>
              <a:rPr lang="en-US" dirty="0" smtClean="0"/>
              <a:t>loud computing can handle that much heavy load easily and automatically.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Hardware and software demands on the user's side decrease.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Cloud computing interface software of the system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5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425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CLOUD COMPUTING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ARCHITECTURE</dc:title>
  <dc:creator>ThinkPad</dc:creator>
  <cp:lastModifiedBy>ThinkPad</cp:lastModifiedBy>
  <cp:revision>9</cp:revision>
  <dcterms:created xsi:type="dcterms:W3CDTF">2025-01-19T10:36:04Z</dcterms:created>
  <dcterms:modified xsi:type="dcterms:W3CDTF">2025-02-04T08:03:16Z</dcterms:modified>
</cp:coreProperties>
</file>